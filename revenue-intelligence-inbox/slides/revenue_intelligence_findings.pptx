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SPENDNEST REVENUE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Problem &amp; Three Evidence-Backed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21 August 2026 (Asia/Kolkata) • 44 Interactions Sample • 18 Usable Transcripts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Inbox Solves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Dilemma: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manager receives fragmented calls, bot notes, and late transcripts across multiple systems. Telephony metadata tags often contradict spoken reality.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Solution: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connected manager workspace answering: What happened? What needs attention? What should I do next?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grounding: no fabricated revenue, accounts, or outcomes.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Preserves human judgment while providing automated baseline routing.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7040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Findings &amp; Manager Impact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24028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Upstream Telephony Label Conflicts (C04 &amp; C06)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Observation: C04 marked is_connected=false and outcome=voicemail, yet Arun left a substantive email-correction message. In C06, metadata rep is Meera but spoken caller is Ravi.
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Citation: C04 ("information first went to the wrong email address...") | C06 ("Ravi here. Cold call.")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It Matters: Telephony tags cannot be trusted as ground truth for customer touchpoints.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Structural Revolving Credit Blocker (M03 - Asterloom Systems)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Observation: Finance team requires a 30-day revolving credit line; SpendNest strictly requires prepaid deposits. Customer B halted follow-up meetings pending CFO review.
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Citation: M03 Turn 9 ("cash flow requires a 30-day credit cycle") &amp; Turn 36 ("need time with CFO")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It Matters: Prevents pipeline delusion; requires underwriting intervention over AE dials.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Severe Live Production Defect Triage (M07 - Willowfield Trust)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Observation: Customer demonstrated 4 bugs: description save failure, broken Recreate Payment upload, stuck reimbursements, and INR 18,200 modal amount leak. Team promised 1-2h SLA.
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Citation: M07 Turn 19 ("stuck showing Processing... update in 1-2h") &amp; Turn 22 ("retains INR 18,200")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It Matters: High churn &amp; financial error risk; prioritized in urgent Follow-up Queue.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&amp; WORKSPACE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Decisions: Purposeful B2B Manager Workspace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high-signal triage: Light neutral canvas, dark typography, restrained indigo accents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Manager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happened today across calls and meetings?
• What requires urgent operational attention?
• Which rep or organizer owns the next step?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Mechanics: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Compact KPI cards with clickable drill-downs.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Recharts taxonomy bars.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vs Meetings separated cleanly.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Meeting organizers never conflated with sales representatives without evidence.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Inbox &amp; Detail Drawer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44 Records Cataloged: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record visible, including 26 metadata-only intake items (B01-B20, silent mtgs).
• Multi-dimensional filters: Type, Route, Review State, Transcript, and Overrides.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Dual-Column Inspection: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Left: Verbatim searchable text with 1-based turn numbers and exact quotes.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Right: Grounded analysis, risks, commitments, action owners, and manual override engine.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Was Excluded &amp; Why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Omissions: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Fake Pipeline Dollar Totals: No deal table exists in the source. Fabricating $450k revenue totals deceives managers.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Artificial Talk-Time Ratios: Upstream talk-time cannot be mapped to speaker turns without corrupting data.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Range Pickers: All 44 interactions occurred on 21 August 2026; date filters add cognitive friction.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AI Summaries: Silent records receive metadata intake, not fabricated summaries.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TAXONOMY &amp; HUMAN OVERRIDE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Taxonomy &amp; The Difficult Case (M07)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8-Category Evidence-Sensitive Taxonomy • Separation of Automated vs Manual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Eight-Category Routing Taxonomy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Sales Coaching: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call techniques, boundaries (C01, C06, C09, C10).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Deal Follow-up: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buyers, warm referrals (C03, C04, C08, M03).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Follow-up: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migrations, user setup (M04, M07, M09).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Internal / Vendor: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LedgerBridge e-invoicing, billing training (M02, M10).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Product / Technical: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integrations, production bugs (C03, M02, M03, M07).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Relationship / Partnership: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incorporation referrals (C07, M01).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No Action / Low Priority: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recordings, un-transcribed calls (B01-B20, M05).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Human Review Required: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outcomes or initial M07 state.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94960" y="164592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8288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Case: Willowfield Trust (M07)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224028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 (Pre-Update Delivery):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01_initial.json, M07 arrives with recording_status="recorded" but turns=[]. A manager reviewing metadata must decide how to handle it before update-002 arrives.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Interpretations (Upon Update Delivery):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A (Product/Technical Requirement): 4 live software defects triaged (INR 18,200 modal bug, stuck payments).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B (Customer Follow-up): Client satisfaction critical; rep gave 1-2 hour SLA on reimbursements.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 C (Sales Coaching): Rep triage process evaluation.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Decision &amp; Result: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Co-routed to Product/Technical Requirement + Customer Follow-up.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Contract Test: Manager manually overrides M07 before update; 02_update.json is imported; manual route is strictly preserved across refresh!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 &amp; DATA CONTRACT REPLAY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Verified Calculations &amp; Replay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Traceability • Replay Contract Results • Vitest Automated Suite Passing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Verified Metric &amp; Calculation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Coverage Denominator: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Batch: 17 usable texts / 44 selected records = 38.6%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Post-Update Batch: 18 usable texts / 44 selected records = 40.9%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Connection Rate: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Formula: connected calls (10) / calls with non-null is_connected (30) = 33.3% connection rate.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Multi-Route Assignments: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assigned route labels: 54 across 44 records (accounting for multi-destination records).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Verified Finding &amp; Passage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Partnership Economics: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commercial model with Harborpath Advisory.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Source Citations: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9: "The activation payment is USD 260 when a referred company gets its account approved... USD 195–390 bonus."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12: Partner A confirms "let us get the partner onboarding started."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21: Team member A commits to provide a unique referral link rather than manual introductions.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Fully verified commercial flow without speculation.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Replay Test Suite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Mandatory Sequence: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1: 01_initial imported (44 recs, 17 tx).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2: 01_initial re-imported (0 added, 44 duplicates ignored, count stays 44).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3: M07 manual route assigned &amp; saved.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4: 02_update applied (M07 updated to rev 2 with 27 turns; manual route preserved).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5: 01_initial re-imported (rev 1 does NOT overwrite rev 2).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6: Reload verifies IndexedDB persistence.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Vitest: 7/7 automated tests passing.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AI Usage, Limitations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• Architecture Boundaries • Time Investment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 vs Dynamic Runtime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Pre-Generated (AI-Assisted):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factual analysis, objections, commitments, and exact quotes for all 18 conversations.
• Revision 1 and 2 states for M07.
• Daily executive brief narrative.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Runtime Operations: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Ingestion engine &amp; revision checking.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override manager &amp; IndexedDB.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multi-metric calculations.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Full-text scanning across turns.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 ZIP &amp; manifest packaging.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Decision &amp; Trade-Off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Considered: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Keyword-based automated deal scoring (marking any call mentioning "cards", "API", or "send info" as high-probability pipeline).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Rejected: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C05, prospect asked for a presentation purely as a polite brush-off (already automated with StoreHarbor). In C03, API was non-essential. Automated keyword scoring leads to false pipeline numbers.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manager review, but ensures 100% trustworthy pipeline metrics.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Time Spent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live CRM database or staff directory: Organizers and reps cannot be cross-matched.
• Single-day sample: Trends over time cannot be computed without more date batches.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Engineering Priorities: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LLM webhook integration for real-time streaming audio transcription.
• Bi-directional CRM webhook synchronization.
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Time Spent: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~7.5 hours (Planning, data grounding, frontend engineering, testing, exports, deck).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SpendNest Revenue Intelligence Inbox — Findings &amp; Architecture</dc:title>
  <dc:subject>PptxGenJS Presentation</dc:subject>
  <dc:creator>Antigravity / Lead Engineer</dc:creator>
  <cp:lastModifiedBy>Antigravity / Lead Engineer</cp:lastModifiedBy>
  <cp:revision>1</cp:revision>
  <dcterms:created xsi:type="dcterms:W3CDTF">2026-10-23T04:11:41Z</dcterms:created>
  <dcterms:modified xsi:type="dcterms:W3CDTF">2026-10-23T04:11:41Z</dcterms:modified>
</cp:coreProperties>
</file>